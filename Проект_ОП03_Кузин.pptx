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64" r:id="rId5"/>
    <p:sldId id="265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ИВан" userId="379f66635a1a2a7d" providerId="LiveId" clId="{33C4873F-5E37-4AD7-A5A9-768DCFE69DA3}"/>
    <pc:docChg chg="undo custSel addSld delSld modSld modMainMaster">
      <pc:chgData name="ИВан" userId="379f66635a1a2a7d" providerId="LiveId" clId="{33C4873F-5E37-4AD7-A5A9-768DCFE69DA3}" dt="2026-04-24T01:08:47.788" v="479" actId="14100"/>
      <pc:docMkLst>
        <pc:docMk/>
      </pc:docMkLst>
      <pc:sldChg chg="modSp mod modTransition">
        <pc:chgData name="ИВан" userId="379f66635a1a2a7d" providerId="LiveId" clId="{33C4873F-5E37-4AD7-A5A9-768DCFE69DA3}" dt="2026-04-23T20:27:39.180" v="235" actId="1076"/>
        <pc:sldMkLst>
          <pc:docMk/>
          <pc:sldMk cId="1392361509" sldId="256"/>
        </pc:sldMkLst>
        <pc:spChg chg="mod">
          <ac:chgData name="ИВан" userId="379f66635a1a2a7d" providerId="LiveId" clId="{33C4873F-5E37-4AD7-A5A9-768DCFE69DA3}" dt="2026-04-23T20:27:39.180" v="235" actId="1076"/>
          <ac:spMkLst>
            <pc:docMk/>
            <pc:sldMk cId="1392361509" sldId="256"/>
            <ac:spMk id="7" creationId="{E870BFC1-126C-4A2F-9B04-7F1EDAEF50E3}"/>
          </ac:spMkLst>
        </pc:spChg>
      </pc:sldChg>
      <pc:sldChg chg="addSp delSp modSp mod modTransition">
        <pc:chgData name="ИВан" userId="379f66635a1a2a7d" providerId="LiveId" clId="{33C4873F-5E37-4AD7-A5A9-768DCFE69DA3}" dt="2026-04-24T01:00:03.817" v="415" actId="1076"/>
        <pc:sldMkLst>
          <pc:docMk/>
          <pc:sldMk cId="2330753057" sldId="257"/>
        </pc:sldMkLst>
        <pc:spChg chg="mod">
          <ac:chgData name="ИВан" userId="379f66635a1a2a7d" providerId="LiveId" clId="{33C4873F-5E37-4AD7-A5A9-768DCFE69DA3}" dt="2026-04-24T00:54:05.958" v="365" actId="113"/>
          <ac:spMkLst>
            <pc:docMk/>
            <pc:sldMk cId="2330753057" sldId="257"/>
            <ac:spMk id="2" creationId="{A8C5C3F1-1A0F-40BF-AA6A-92C91CEF8DEA}"/>
          </ac:spMkLst>
        </pc:spChg>
        <pc:spChg chg="mod">
          <ac:chgData name="ИВан" userId="379f66635a1a2a7d" providerId="LiveId" clId="{33C4873F-5E37-4AD7-A5A9-768DCFE69DA3}" dt="2026-04-24T00:30:01.929" v="258" actId="27636"/>
          <ac:spMkLst>
            <pc:docMk/>
            <pc:sldMk cId="2330753057" sldId="257"/>
            <ac:spMk id="3" creationId="{9E67223A-37FD-4D98-B5F3-65684E224141}"/>
          </ac:spMkLst>
        </pc:spChg>
        <pc:picChg chg="add del mod">
          <ac:chgData name="ИВан" userId="379f66635a1a2a7d" providerId="LiveId" clId="{33C4873F-5E37-4AD7-A5A9-768DCFE69DA3}" dt="2026-04-24T00:33:42.507" v="279" actId="21"/>
          <ac:picMkLst>
            <pc:docMk/>
            <pc:sldMk cId="2330753057" sldId="257"/>
            <ac:picMk id="5" creationId="{C4816A9B-D719-49C2-A62F-1F3E54029DE1}"/>
          </ac:picMkLst>
        </pc:picChg>
        <pc:picChg chg="add del mod">
          <ac:chgData name="ИВан" userId="379f66635a1a2a7d" providerId="LiveId" clId="{33C4873F-5E37-4AD7-A5A9-768DCFE69DA3}" dt="2026-04-24T00:34:15.245" v="281" actId="21"/>
          <ac:picMkLst>
            <pc:docMk/>
            <pc:sldMk cId="2330753057" sldId="257"/>
            <ac:picMk id="7" creationId="{948FF8FE-F3BA-45FE-A267-4D345EE23791}"/>
          </ac:picMkLst>
        </pc:picChg>
        <pc:picChg chg="add del mod">
          <ac:chgData name="ИВан" userId="379f66635a1a2a7d" providerId="LiveId" clId="{33C4873F-5E37-4AD7-A5A9-768DCFE69DA3}" dt="2026-04-24T00:31:36.656" v="263"/>
          <ac:picMkLst>
            <pc:docMk/>
            <pc:sldMk cId="2330753057" sldId="257"/>
            <ac:picMk id="1026" creationId="{BE6C6A54-7E22-45D5-8103-27943DFEFB22}"/>
          </ac:picMkLst>
        </pc:picChg>
        <pc:picChg chg="add del">
          <ac:chgData name="ИВан" userId="379f66635a1a2a7d" providerId="LiveId" clId="{33C4873F-5E37-4AD7-A5A9-768DCFE69DA3}" dt="2026-04-24T00:32:07.284" v="265" actId="21"/>
          <ac:picMkLst>
            <pc:docMk/>
            <pc:sldMk cId="2330753057" sldId="257"/>
            <ac:picMk id="1028" creationId="{44718C15-1DA4-4082-9365-EF7AE4778C87}"/>
          </ac:picMkLst>
        </pc:picChg>
        <pc:picChg chg="add del">
          <ac:chgData name="ИВан" userId="379f66635a1a2a7d" providerId="LiveId" clId="{33C4873F-5E37-4AD7-A5A9-768DCFE69DA3}" dt="2026-04-24T00:32:44.749" v="267" actId="21"/>
          <ac:picMkLst>
            <pc:docMk/>
            <pc:sldMk cId="2330753057" sldId="257"/>
            <ac:picMk id="1030" creationId="{1A07ADFE-7247-4463-A658-BF07ECC622B0}"/>
          </ac:picMkLst>
        </pc:picChg>
        <pc:picChg chg="add del mod">
          <ac:chgData name="ИВан" userId="379f66635a1a2a7d" providerId="LiveId" clId="{33C4873F-5E37-4AD7-A5A9-768DCFE69DA3}" dt="2026-04-24T00:33:14.604" v="275"/>
          <ac:picMkLst>
            <pc:docMk/>
            <pc:sldMk cId="2330753057" sldId="257"/>
            <ac:picMk id="1032" creationId="{2EAF23D0-F268-45FA-B561-093B5FD73EF6}"/>
          </ac:picMkLst>
        </pc:picChg>
        <pc:picChg chg="add del mod">
          <ac:chgData name="ИВан" userId="379f66635a1a2a7d" providerId="LiveId" clId="{33C4873F-5E37-4AD7-A5A9-768DCFE69DA3}" dt="2026-04-24T00:33:12.966" v="274"/>
          <ac:picMkLst>
            <pc:docMk/>
            <pc:sldMk cId="2330753057" sldId="257"/>
            <ac:picMk id="1034" creationId="{03EA095B-53A0-4F4F-8F41-64B5A2045F96}"/>
          </ac:picMkLst>
        </pc:picChg>
        <pc:picChg chg="add del">
          <ac:chgData name="ИВан" userId="379f66635a1a2a7d" providerId="LiveId" clId="{33C4873F-5E37-4AD7-A5A9-768DCFE69DA3}" dt="2026-04-24T00:33:19.313" v="277" actId="21"/>
          <ac:picMkLst>
            <pc:docMk/>
            <pc:sldMk cId="2330753057" sldId="257"/>
            <ac:picMk id="1036" creationId="{09FC1983-BE81-4C83-8DE4-C7C1DDEB7AC7}"/>
          </ac:picMkLst>
        </pc:picChg>
        <pc:picChg chg="add del mod">
          <ac:chgData name="ИВан" userId="379f66635a1a2a7d" providerId="LiveId" clId="{33C4873F-5E37-4AD7-A5A9-768DCFE69DA3}" dt="2026-04-24T00:59:35.335" v="409" actId="21"/>
          <ac:picMkLst>
            <pc:docMk/>
            <pc:sldMk cId="2330753057" sldId="257"/>
            <ac:picMk id="1038" creationId="{ADD9B321-AEC6-48E7-A024-D017DC728723}"/>
          </ac:picMkLst>
        </pc:picChg>
        <pc:picChg chg="add del mod">
          <ac:chgData name="ИВан" userId="379f66635a1a2a7d" providerId="LiveId" clId="{33C4873F-5E37-4AD7-A5A9-768DCFE69DA3}" dt="2026-04-24T00:59:35.335" v="409" actId="21"/>
          <ac:picMkLst>
            <pc:docMk/>
            <pc:sldMk cId="2330753057" sldId="257"/>
            <ac:picMk id="1040" creationId="{955173A1-AB8B-487A-835E-5845D439B625}"/>
          </ac:picMkLst>
        </pc:picChg>
        <pc:picChg chg="add mod">
          <ac:chgData name="ИВан" userId="379f66635a1a2a7d" providerId="LiveId" clId="{33C4873F-5E37-4AD7-A5A9-768DCFE69DA3}" dt="2026-04-24T01:00:03.817" v="415" actId="1076"/>
          <ac:picMkLst>
            <pc:docMk/>
            <pc:sldMk cId="2330753057" sldId="257"/>
            <ac:picMk id="1042" creationId="{7A172497-E3A8-41A9-842A-18AE25B29F63}"/>
          </ac:picMkLst>
        </pc:picChg>
      </pc:sldChg>
      <pc:sldChg chg="addSp delSp modSp mod modTransition chgLayout">
        <pc:chgData name="ИВан" userId="379f66635a1a2a7d" providerId="LiveId" clId="{33C4873F-5E37-4AD7-A5A9-768DCFE69DA3}" dt="2026-04-24T00:54:37.809" v="372" actId="113"/>
        <pc:sldMkLst>
          <pc:docMk/>
          <pc:sldMk cId="2759148340" sldId="258"/>
        </pc:sldMkLst>
        <pc:spChg chg="mod ord">
          <ac:chgData name="ИВан" userId="379f66635a1a2a7d" providerId="LiveId" clId="{33C4873F-5E37-4AD7-A5A9-768DCFE69DA3}" dt="2026-04-24T00:54:37.809" v="372" actId="113"/>
          <ac:spMkLst>
            <pc:docMk/>
            <pc:sldMk cId="2759148340" sldId="258"/>
            <ac:spMk id="2" creationId="{CFEA6DC8-C6D9-4521-94D7-86F59DA799F2}"/>
          </ac:spMkLst>
        </pc:spChg>
        <pc:spChg chg="del">
          <ac:chgData name="ИВан" userId="379f66635a1a2a7d" providerId="LiveId" clId="{33C4873F-5E37-4AD7-A5A9-768DCFE69DA3}" dt="2026-04-23T20:15:14.522" v="25" actId="931"/>
          <ac:spMkLst>
            <pc:docMk/>
            <pc:sldMk cId="2759148340" sldId="258"/>
            <ac:spMk id="3" creationId="{42F41584-6D6E-4D6D-AC9C-3C780DC80159}"/>
          </ac:spMkLst>
        </pc:spChg>
        <pc:spChg chg="add del mod">
          <ac:chgData name="ИВан" userId="379f66635a1a2a7d" providerId="LiveId" clId="{33C4873F-5E37-4AD7-A5A9-768DCFE69DA3}" dt="2026-04-23T20:28:31.580" v="239" actId="6264"/>
          <ac:spMkLst>
            <pc:docMk/>
            <pc:sldMk cId="2759148340" sldId="258"/>
            <ac:spMk id="6" creationId="{663FBA94-A88D-41CC-A6F4-975A577B4F60}"/>
          </ac:spMkLst>
        </pc:spChg>
        <pc:spChg chg="add del mod">
          <ac:chgData name="ИВан" userId="379f66635a1a2a7d" providerId="LiveId" clId="{33C4873F-5E37-4AD7-A5A9-768DCFE69DA3}" dt="2026-04-23T20:28:31.580" v="239" actId="6264"/>
          <ac:spMkLst>
            <pc:docMk/>
            <pc:sldMk cId="2759148340" sldId="258"/>
            <ac:spMk id="7" creationId="{44F769B6-EF80-46E5-AD95-825155A57F90}"/>
          </ac:spMkLst>
        </pc:spChg>
        <pc:picChg chg="add mod ord">
          <ac:chgData name="ИВан" userId="379f66635a1a2a7d" providerId="LiveId" clId="{33C4873F-5E37-4AD7-A5A9-768DCFE69DA3}" dt="2026-04-23T20:28:31.580" v="239" actId="6264"/>
          <ac:picMkLst>
            <pc:docMk/>
            <pc:sldMk cId="2759148340" sldId="258"/>
            <ac:picMk id="5" creationId="{655350B5-826F-4AB1-90DB-454E1089EADE}"/>
          </ac:picMkLst>
        </pc:picChg>
      </pc:sldChg>
      <pc:sldChg chg="addSp delSp modSp mod modTransition">
        <pc:chgData name="ИВан" userId="379f66635a1a2a7d" providerId="LiveId" clId="{33C4873F-5E37-4AD7-A5A9-768DCFE69DA3}" dt="2026-04-24T00:54:43.504" v="374" actId="113"/>
        <pc:sldMkLst>
          <pc:docMk/>
          <pc:sldMk cId="3432558062" sldId="259"/>
        </pc:sldMkLst>
        <pc:spChg chg="mod">
          <ac:chgData name="ИВан" userId="379f66635a1a2a7d" providerId="LiveId" clId="{33C4873F-5E37-4AD7-A5A9-768DCFE69DA3}" dt="2026-04-24T00:54:43.504" v="374" actId="113"/>
          <ac:spMkLst>
            <pc:docMk/>
            <pc:sldMk cId="3432558062" sldId="259"/>
            <ac:spMk id="2" creationId="{9E1ABEB8-184E-4CB8-8397-5A00BE4786B4}"/>
          </ac:spMkLst>
        </pc:spChg>
        <pc:spChg chg="del">
          <ac:chgData name="ИВан" userId="379f66635a1a2a7d" providerId="LiveId" clId="{33C4873F-5E37-4AD7-A5A9-768DCFE69DA3}" dt="2026-04-23T20:15:59.174" v="39" actId="931"/>
          <ac:spMkLst>
            <pc:docMk/>
            <pc:sldMk cId="3432558062" sldId="259"/>
            <ac:spMk id="3" creationId="{36FAF117-BDF9-4A70-A8A0-86DDA4B78F58}"/>
          </ac:spMkLst>
        </pc:spChg>
        <pc:picChg chg="add mod ord">
          <ac:chgData name="ИВан" userId="379f66635a1a2a7d" providerId="LiveId" clId="{33C4873F-5E37-4AD7-A5A9-768DCFE69DA3}" dt="2026-04-23T20:16:45.077" v="54" actId="14100"/>
          <ac:picMkLst>
            <pc:docMk/>
            <pc:sldMk cId="3432558062" sldId="259"/>
            <ac:picMk id="5" creationId="{2C4C2905-7E46-43A1-A880-85A9B9518FEC}"/>
          </ac:picMkLst>
        </pc:picChg>
      </pc:sldChg>
      <pc:sldChg chg="addSp delSp modSp mod modTransition">
        <pc:chgData name="ИВан" userId="379f66635a1a2a7d" providerId="LiveId" clId="{33C4873F-5E37-4AD7-A5A9-768DCFE69DA3}" dt="2026-04-24T01:08:47.788" v="479" actId="14100"/>
        <pc:sldMkLst>
          <pc:docMk/>
          <pc:sldMk cId="3605296842" sldId="260"/>
        </pc:sldMkLst>
        <pc:spChg chg="mod">
          <ac:chgData name="ИВан" userId="379f66635a1a2a7d" providerId="LiveId" clId="{33C4873F-5E37-4AD7-A5A9-768DCFE69DA3}" dt="2026-04-24T01:08:47.788" v="479" actId="14100"/>
          <ac:spMkLst>
            <pc:docMk/>
            <pc:sldMk cId="3605296842" sldId="260"/>
            <ac:spMk id="2" creationId="{DECC7251-FED7-4C74-8425-F9C3E2CB3A7A}"/>
          </ac:spMkLst>
        </pc:spChg>
        <pc:spChg chg="del">
          <ac:chgData name="ИВан" userId="379f66635a1a2a7d" providerId="LiveId" clId="{33C4873F-5E37-4AD7-A5A9-768DCFE69DA3}" dt="2026-04-23T20:17:35.676" v="55" actId="478"/>
          <ac:spMkLst>
            <pc:docMk/>
            <pc:sldMk cId="3605296842" sldId="260"/>
            <ac:spMk id="3" creationId="{BD7B05EF-1309-4CB5-87EF-20A3CBF52DDA}"/>
          </ac:spMkLst>
        </pc:spChg>
        <pc:picChg chg="add mod">
          <ac:chgData name="ИВан" userId="379f66635a1a2a7d" providerId="LiveId" clId="{33C4873F-5E37-4AD7-A5A9-768DCFE69DA3}" dt="2026-04-23T20:17:45.032" v="58" actId="14100"/>
          <ac:picMkLst>
            <pc:docMk/>
            <pc:sldMk cId="3605296842" sldId="260"/>
            <ac:picMk id="5" creationId="{073B3417-271E-4082-9F73-789DDBE26AC6}"/>
          </ac:picMkLst>
        </pc:picChg>
        <pc:picChg chg="add mod">
          <ac:chgData name="ИВан" userId="379f66635a1a2a7d" providerId="LiveId" clId="{33C4873F-5E37-4AD7-A5A9-768DCFE69DA3}" dt="2026-04-23T20:18:50.362" v="65" actId="1076"/>
          <ac:picMkLst>
            <pc:docMk/>
            <pc:sldMk cId="3605296842" sldId="260"/>
            <ac:picMk id="7" creationId="{684C317A-812F-4398-ACBE-888B8D245D43}"/>
          </ac:picMkLst>
        </pc:picChg>
        <pc:picChg chg="add mod">
          <ac:chgData name="ИВан" userId="379f66635a1a2a7d" providerId="LiveId" clId="{33C4873F-5E37-4AD7-A5A9-768DCFE69DA3}" dt="2026-04-23T20:18:52.655" v="66" actId="1076"/>
          <ac:picMkLst>
            <pc:docMk/>
            <pc:sldMk cId="3605296842" sldId="260"/>
            <ac:picMk id="9" creationId="{912DFDDE-3AAC-49DE-9B5E-028E29FABABA}"/>
          </ac:picMkLst>
        </pc:picChg>
        <pc:picChg chg="add mod">
          <ac:chgData name="ИВан" userId="379f66635a1a2a7d" providerId="LiveId" clId="{33C4873F-5E37-4AD7-A5A9-768DCFE69DA3}" dt="2026-04-23T20:18:46.945" v="64" actId="1076"/>
          <ac:picMkLst>
            <pc:docMk/>
            <pc:sldMk cId="3605296842" sldId="260"/>
            <ac:picMk id="11" creationId="{C9111539-AC26-4BC9-9871-496CC7C8B9E3}"/>
          </ac:picMkLst>
        </pc:picChg>
      </pc:sldChg>
      <pc:sldChg chg="addSp delSp modSp mod modTransition">
        <pc:chgData name="ИВан" userId="379f66635a1a2a7d" providerId="LiveId" clId="{33C4873F-5E37-4AD7-A5A9-768DCFE69DA3}" dt="2026-04-24T00:54:55.514" v="378" actId="113"/>
        <pc:sldMkLst>
          <pc:docMk/>
          <pc:sldMk cId="1115106420" sldId="261"/>
        </pc:sldMkLst>
        <pc:spChg chg="mod">
          <ac:chgData name="ИВан" userId="379f66635a1a2a7d" providerId="LiveId" clId="{33C4873F-5E37-4AD7-A5A9-768DCFE69DA3}" dt="2026-04-24T00:54:55.514" v="378" actId="113"/>
          <ac:spMkLst>
            <pc:docMk/>
            <pc:sldMk cId="1115106420" sldId="261"/>
            <ac:spMk id="2" creationId="{2F655A81-2908-4CE0-BEBB-8BF08657AAA0}"/>
          </ac:spMkLst>
        </pc:spChg>
        <pc:spChg chg="del">
          <ac:chgData name="ИВан" userId="379f66635a1a2a7d" providerId="LiveId" clId="{33C4873F-5E37-4AD7-A5A9-768DCFE69DA3}" dt="2026-04-23T20:20:08.396" v="67" actId="478"/>
          <ac:spMkLst>
            <pc:docMk/>
            <pc:sldMk cId="1115106420" sldId="261"/>
            <ac:spMk id="3" creationId="{EA019508-6DA7-4ED5-BE43-8241F13CA22D}"/>
          </ac:spMkLst>
        </pc:spChg>
        <pc:picChg chg="add mod">
          <ac:chgData name="ИВан" userId="379f66635a1a2a7d" providerId="LiveId" clId="{33C4873F-5E37-4AD7-A5A9-768DCFE69DA3}" dt="2026-04-23T20:20:15.298" v="71" actId="14100"/>
          <ac:picMkLst>
            <pc:docMk/>
            <pc:sldMk cId="1115106420" sldId="261"/>
            <ac:picMk id="5" creationId="{32D2F131-6712-4C11-A2E0-94839A3BDF62}"/>
          </ac:picMkLst>
        </pc:picChg>
        <pc:picChg chg="add del mod">
          <ac:chgData name="ИВан" userId="379f66635a1a2a7d" providerId="LiveId" clId="{33C4873F-5E37-4AD7-A5A9-768DCFE69DA3}" dt="2026-04-23T20:22:42.193" v="85" actId="21"/>
          <ac:picMkLst>
            <pc:docMk/>
            <pc:sldMk cId="1115106420" sldId="261"/>
            <ac:picMk id="7" creationId="{10791BB6-CE26-4C1D-B360-AA999A6E09FD}"/>
          </ac:picMkLst>
        </pc:picChg>
        <pc:picChg chg="add mod">
          <ac:chgData name="ИВан" userId="379f66635a1a2a7d" providerId="LiveId" clId="{33C4873F-5E37-4AD7-A5A9-768DCFE69DA3}" dt="2026-04-23T20:22:31.236" v="84" actId="1076"/>
          <ac:picMkLst>
            <pc:docMk/>
            <pc:sldMk cId="1115106420" sldId="261"/>
            <ac:picMk id="9" creationId="{2EA1205A-15AA-46AD-B5C4-E43B85D541E0}"/>
          </ac:picMkLst>
        </pc:picChg>
        <pc:picChg chg="add mod">
          <ac:chgData name="ИВан" userId="379f66635a1a2a7d" providerId="LiveId" clId="{33C4873F-5E37-4AD7-A5A9-768DCFE69DA3}" dt="2026-04-23T20:24:03.051" v="90" actId="1076"/>
          <ac:picMkLst>
            <pc:docMk/>
            <pc:sldMk cId="1115106420" sldId="261"/>
            <ac:picMk id="11" creationId="{99F1C096-1DBA-4626-9B14-3F83979E23C6}"/>
          </ac:picMkLst>
        </pc:picChg>
      </pc:sldChg>
      <pc:sldChg chg="modSp mod modTransition">
        <pc:chgData name="ИВан" userId="379f66635a1a2a7d" providerId="LiveId" clId="{33C4873F-5E37-4AD7-A5A9-768DCFE69DA3}" dt="2026-04-24T00:55:04.011" v="381" actId="113"/>
        <pc:sldMkLst>
          <pc:docMk/>
          <pc:sldMk cId="2957170525" sldId="262"/>
        </pc:sldMkLst>
        <pc:spChg chg="mod">
          <ac:chgData name="ИВан" userId="379f66635a1a2a7d" providerId="LiveId" clId="{33C4873F-5E37-4AD7-A5A9-768DCFE69DA3}" dt="2026-04-24T00:55:04.011" v="381" actId="113"/>
          <ac:spMkLst>
            <pc:docMk/>
            <pc:sldMk cId="2957170525" sldId="262"/>
            <ac:spMk id="2" creationId="{2D11F5DC-80D1-4402-B284-4CC6EED24A9E}"/>
          </ac:spMkLst>
        </pc:spChg>
        <pc:spChg chg="mod">
          <ac:chgData name="ИВан" userId="379f66635a1a2a7d" providerId="LiveId" clId="{33C4873F-5E37-4AD7-A5A9-768DCFE69DA3}" dt="2026-04-23T20:14:22.774" v="24" actId="2711"/>
          <ac:spMkLst>
            <pc:docMk/>
            <pc:sldMk cId="2957170525" sldId="262"/>
            <ac:spMk id="3" creationId="{7CECF819-F68F-46A6-B208-6404C295441C}"/>
          </ac:spMkLst>
        </pc:spChg>
      </pc:sldChg>
      <pc:sldChg chg="modSp add del mod">
        <pc:chgData name="ИВан" userId="379f66635a1a2a7d" providerId="LiveId" clId="{33C4873F-5E37-4AD7-A5A9-768DCFE69DA3}" dt="2026-04-24T00:39:01.070" v="282" actId="2696"/>
        <pc:sldMkLst>
          <pc:docMk/>
          <pc:sldMk cId="2431148537" sldId="263"/>
        </pc:sldMkLst>
        <pc:spChg chg="mod">
          <ac:chgData name="ИВан" userId="379f66635a1a2a7d" providerId="LiveId" clId="{33C4873F-5E37-4AD7-A5A9-768DCFE69DA3}" dt="2026-04-24T00:30:08.646" v="260" actId="27636"/>
          <ac:spMkLst>
            <pc:docMk/>
            <pc:sldMk cId="2431148537" sldId="263"/>
            <ac:spMk id="3" creationId="{9E67223A-37FD-4D98-B5F3-65684E224141}"/>
          </ac:spMkLst>
        </pc:spChg>
      </pc:sldChg>
      <pc:sldChg chg="addSp delSp modSp new mod modTransition modClrScheme chgLayout">
        <pc:chgData name="ИВан" userId="379f66635a1a2a7d" providerId="LiveId" clId="{33C4873F-5E37-4AD7-A5A9-768DCFE69DA3}" dt="2026-04-24T01:04:08.328" v="441"/>
        <pc:sldMkLst>
          <pc:docMk/>
          <pc:sldMk cId="4088213168" sldId="263"/>
        </pc:sldMkLst>
        <pc:spChg chg="add del mod ord">
          <ac:chgData name="ИВан" userId="379f66635a1a2a7d" providerId="LiveId" clId="{33C4873F-5E37-4AD7-A5A9-768DCFE69DA3}" dt="2026-04-24T00:50:43.046" v="287" actId="700"/>
          <ac:spMkLst>
            <pc:docMk/>
            <pc:sldMk cId="4088213168" sldId="263"/>
            <ac:spMk id="2" creationId="{DE10736B-F4B3-4B7C-AB70-12BC5415F486}"/>
          </ac:spMkLst>
        </pc:spChg>
        <pc:spChg chg="add del mod ord">
          <ac:chgData name="ИВан" userId="379f66635a1a2a7d" providerId="LiveId" clId="{33C4873F-5E37-4AD7-A5A9-768DCFE69DA3}" dt="2026-04-24T00:50:43.046" v="287" actId="700"/>
          <ac:spMkLst>
            <pc:docMk/>
            <pc:sldMk cId="4088213168" sldId="263"/>
            <ac:spMk id="3" creationId="{E514D169-C464-4FC0-AD62-E979D6D2C649}"/>
          </ac:spMkLst>
        </pc:spChg>
        <pc:spChg chg="add mod ord">
          <ac:chgData name="ИВан" userId="379f66635a1a2a7d" providerId="LiveId" clId="{33C4873F-5E37-4AD7-A5A9-768DCFE69DA3}" dt="2026-04-24T00:54:14.804" v="366" actId="113"/>
          <ac:spMkLst>
            <pc:docMk/>
            <pc:sldMk cId="4088213168" sldId="263"/>
            <ac:spMk id="4" creationId="{8DA682DC-9C0B-4F68-B3D4-AC643CE389FE}"/>
          </ac:spMkLst>
        </pc:spChg>
        <pc:spChg chg="add mod ord">
          <ac:chgData name="ИВан" userId="379f66635a1a2a7d" providerId="LiveId" clId="{33C4873F-5E37-4AD7-A5A9-768DCFE69DA3}" dt="2026-04-24T00:56:46.035" v="394" actId="255"/>
          <ac:spMkLst>
            <pc:docMk/>
            <pc:sldMk cId="4088213168" sldId="263"/>
            <ac:spMk id="5" creationId="{05DC0CFE-DC31-4901-A2FE-A8AF259DAEE1}"/>
          </ac:spMkLst>
        </pc:spChg>
        <pc:picChg chg="add mod">
          <ac:chgData name="ИВан" userId="379f66635a1a2a7d" providerId="LiveId" clId="{33C4873F-5E37-4AD7-A5A9-768DCFE69DA3}" dt="2026-04-24T01:02:43.117" v="434" actId="1076"/>
          <ac:picMkLst>
            <pc:docMk/>
            <pc:sldMk cId="4088213168" sldId="263"/>
            <ac:picMk id="4098" creationId="{C146DA99-0669-46E9-A8D1-ED979A988F31}"/>
          </ac:picMkLst>
        </pc:picChg>
        <pc:picChg chg="add del mod">
          <ac:chgData name="ИВан" userId="379f66635a1a2a7d" providerId="LiveId" clId="{33C4873F-5E37-4AD7-A5A9-768DCFE69DA3}" dt="2026-04-24T01:02:51.744" v="436" actId="21"/>
          <ac:picMkLst>
            <pc:docMk/>
            <pc:sldMk cId="4088213168" sldId="263"/>
            <ac:picMk id="4100" creationId="{629FBBBB-0BBB-4E9F-82F5-0AD4DC3D1D38}"/>
          </ac:picMkLst>
        </pc:picChg>
        <pc:picChg chg="add del">
          <ac:chgData name="ИВан" userId="379f66635a1a2a7d" providerId="LiveId" clId="{33C4873F-5E37-4AD7-A5A9-768DCFE69DA3}" dt="2026-04-24T01:03:48.546" v="438" actId="21"/>
          <ac:picMkLst>
            <pc:docMk/>
            <pc:sldMk cId="4088213168" sldId="263"/>
            <ac:picMk id="4102" creationId="{6F8689DB-39DC-46C4-ADD3-17CA281A8E54}"/>
          </ac:picMkLst>
        </pc:picChg>
        <pc:picChg chg="add mod">
          <ac:chgData name="ИВан" userId="379f66635a1a2a7d" providerId="LiveId" clId="{33C4873F-5E37-4AD7-A5A9-768DCFE69DA3}" dt="2026-04-24T01:03:57.466" v="440" actId="1076"/>
          <ac:picMkLst>
            <pc:docMk/>
            <pc:sldMk cId="4088213168" sldId="263"/>
            <ac:picMk id="4104" creationId="{92D3D9CE-B478-46AD-8F48-4661082C46A8}"/>
          </ac:picMkLst>
        </pc:picChg>
      </pc:sldChg>
      <pc:sldChg chg="addSp modSp new mod modTransition">
        <pc:chgData name="ИВан" userId="379f66635a1a2a7d" providerId="LiveId" clId="{33C4873F-5E37-4AD7-A5A9-768DCFE69DA3}" dt="2026-04-24T01:04:13.952" v="442"/>
        <pc:sldMkLst>
          <pc:docMk/>
          <pc:sldMk cId="282263655" sldId="264"/>
        </pc:sldMkLst>
        <pc:spChg chg="mod">
          <ac:chgData name="ИВан" userId="379f66635a1a2a7d" providerId="LiveId" clId="{33C4873F-5E37-4AD7-A5A9-768DCFE69DA3}" dt="2026-04-24T00:54:22.552" v="368" actId="113"/>
          <ac:spMkLst>
            <pc:docMk/>
            <pc:sldMk cId="282263655" sldId="264"/>
            <ac:spMk id="2" creationId="{C2E86A59-05E3-484E-ADB3-5685E5BCD820}"/>
          </ac:spMkLst>
        </pc:spChg>
        <pc:spChg chg="mod">
          <ac:chgData name="ИВан" userId="379f66635a1a2a7d" providerId="LiveId" clId="{33C4873F-5E37-4AD7-A5A9-768DCFE69DA3}" dt="2026-04-24T00:57:17.400" v="399" actId="2711"/>
          <ac:spMkLst>
            <pc:docMk/>
            <pc:sldMk cId="282263655" sldId="264"/>
            <ac:spMk id="3" creationId="{47DF27BF-E199-4DE1-AD50-D7931002168A}"/>
          </ac:spMkLst>
        </pc:spChg>
        <pc:picChg chg="add mod">
          <ac:chgData name="ИВан" userId="379f66635a1a2a7d" providerId="LiveId" clId="{33C4873F-5E37-4AD7-A5A9-768DCFE69DA3}" dt="2026-04-24T01:00:33.001" v="417" actId="1076"/>
          <ac:picMkLst>
            <pc:docMk/>
            <pc:sldMk cId="282263655" sldId="264"/>
            <ac:picMk id="2050" creationId="{4AC863C8-DA05-4827-B524-588FB5E1E780}"/>
          </ac:picMkLst>
        </pc:picChg>
      </pc:sldChg>
      <pc:sldChg chg="new del">
        <pc:chgData name="ИВан" userId="379f66635a1a2a7d" providerId="LiveId" clId="{33C4873F-5E37-4AD7-A5A9-768DCFE69DA3}" dt="2026-04-24T00:51:08.136" v="303" actId="2696"/>
        <pc:sldMkLst>
          <pc:docMk/>
          <pc:sldMk cId="4273071009" sldId="264"/>
        </pc:sldMkLst>
      </pc:sldChg>
      <pc:sldChg chg="addSp modSp new mod modTransition">
        <pc:chgData name="ИВан" userId="379f66635a1a2a7d" providerId="LiveId" clId="{33C4873F-5E37-4AD7-A5A9-768DCFE69DA3}" dt="2026-04-24T01:04:16.759" v="443"/>
        <pc:sldMkLst>
          <pc:docMk/>
          <pc:sldMk cId="1842922792" sldId="265"/>
        </pc:sldMkLst>
        <pc:spChg chg="mod">
          <ac:chgData name="ИВан" userId="379f66635a1a2a7d" providerId="LiveId" clId="{33C4873F-5E37-4AD7-A5A9-768DCFE69DA3}" dt="2026-04-24T00:54:31.053" v="370" actId="113"/>
          <ac:spMkLst>
            <pc:docMk/>
            <pc:sldMk cId="1842922792" sldId="265"/>
            <ac:spMk id="2" creationId="{52E49519-434B-43B8-A235-FEEC5A6C0FC1}"/>
          </ac:spMkLst>
        </pc:spChg>
        <pc:spChg chg="mod">
          <ac:chgData name="ИВан" userId="379f66635a1a2a7d" providerId="LiveId" clId="{33C4873F-5E37-4AD7-A5A9-768DCFE69DA3}" dt="2026-04-24T01:01:34.766" v="423" actId="14100"/>
          <ac:spMkLst>
            <pc:docMk/>
            <pc:sldMk cId="1842922792" sldId="265"/>
            <ac:spMk id="3" creationId="{F148E762-695B-44E2-A634-19BD3C164B72}"/>
          </ac:spMkLst>
        </pc:spChg>
        <pc:picChg chg="add mod">
          <ac:chgData name="ИВан" userId="379f66635a1a2a7d" providerId="LiveId" clId="{33C4873F-5E37-4AD7-A5A9-768DCFE69DA3}" dt="2026-04-24T01:01:42.639" v="427" actId="1076"/>
          <ac:picMkLst>
            <pc:docMk/>
            <pc:sldMk cId="1842922792" sldId="265"/>
            <ac:picMk id="3074" creationId="{8FA86604-9A0D-4F33-BB9E-00A332C55B06}"/>
          </ac:picMkLst>
        </pc:picChg>
      </pc:sldChg>
      <pc:sldChg chg="modSp new del mod">
        <pc:chgData name="ИВан" userId="379f66635a1a2a7d" providerId="LiveId" clId="{33C4873F-5E37-4AD7-A5A9-768DCFE69DA3}" dt="2026-04-24T00:52:02.421" v="362" actId="2696"/>
        <pc:sldMkLst>
          <pc:docMk/>
          <pc:sldMk cId="1827347135" sldId="266"/>
        </pc:sldMkLst>
        <pc:spChg chg="mod">
          <ac:chgData name="ИВан" userId="379f66635a1a2a7d" providerId="LiveId" clId="{33C4873F-5E37-4AD7-A5A9-768DCFE69DA3}" dt="2026-04-24T00:51:57.876" v="361" actId="20577"/>
          <ac:spMkLst>
            <pc:docMk/>
            <pc:sldMk cId="1827347135" sldId="266"/>
            <ac:spMk id="2" creationId="{B5143FC0-2ACF-48DA-8865-C820A326B6A1}"/>
          </ac:spMkLst>
        </pc:spChg>
      </pc:sldChg>
      <pc:sldMasterChg chg="setBg">
        <pc:chgData name="ИВан" userId="379f66635a1a2a7d" providerId="LiveId" clId="{33C4873F-5E37-4AD7-A5A9-768DCFE69DA3}" dt="2026-04-23T20:29:37.068" v="250"/>
        <pc:sldMasterMkLst>
          <pc:docMk/>
          <pc:sldMasterMk cId="1685277101" sldId="2147483648"/>
        </pc:sldMasterMkLst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51A843-40D1-409B-A60D-082F0B0EC4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BF8DE7C-A111-42B4-849B-28B2F9FC63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CB4C09B-20C1-4972-9AD3-198C4B97F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874C8-9247-419A-B398-6F7DAD055D3C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64714A9-247C-4C8E-9642-F95C31B4D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391DB33-0894-4A45-9B7F-9D6F8752C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80F6D-DE5B-43AC-89F1-023CB6B0FD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8468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1EAC10-4953-4A4B-BD65-9433DE883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ABB1EDA-623D-4A89-A5B8-2E1DE56AD1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7B323B0-D561-4B68-A98D-8C6FB8015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874C8-9247-419A-B398-6F7DAD055D3C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58A323-B058-4C9E-91C1-C6D0DB3EF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CF06937-5A3A-4432-9655-1C55A8F67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80F6D-DE5B-43AC-89F1-023CB6B0FD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371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6871D8-C2A6-4CF7-8433-E34868D95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7C1BC08-BE89-4455-ACA8-C61B78E0AD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5A2D61D-9C6D-4A3E-85F1-6C13F85E3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874C8-9247-419A-B398-6F7DAD055D3C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00E0029-0312-45C5-8625-534486F50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55357C1-AEBE-4D24-A7CC-3AEC227B5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80F6D-DE5B-43AC-89F1-023CB6B0FD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138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08E2A9-2DEF-49B3-B869-076DB9488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3CDD17-4306-4879-B0D8-64020A6BFB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EEFD61E-4D21-40CF-9F6C-EAB6183AC5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97058E4-3887-4EDF-8B34-4A8ED9785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874C8-9247-419A-B398-6F7DAD055D3C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E9C93A9-CD80-4F92-8A29-2E8F1817F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CD2FBAB-D576-4BD5-AC76-ECAD400D4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80F6D-DE5B-43AC-89F1-023CB6B0FD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878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27F34C-6605-43A5-82E6-456AC005E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961172F-E222-4C27-A73F-7BDA34624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4CD185E-C6C0-42F8-8EB5-89A0497199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451E705-200A-4132-AA83-BC6883854B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E982D8A-E58E-414C-941F-7FA01D3432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ABD7AD5-105F-4A61-87C0-EF649023A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874C8-9247-419A-B398-6F7DAD055D3C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730D5DF-A738-447D-A642-1631ADF00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ADF50B7-5A94-43E4-9454-25E25BE30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80F6D-DE5B-43AC-89F1-023CB6B0FD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2862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C2175F-2942-4232-AF04-79E3B8D86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1044C99-B1FB-4D1F-B085-3BBA7FAC5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874C8-9247-419A-B398-6F7DAD055D3C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C144146-5425-49AB-92DC-F686528F5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335F457-A775-4893-A6FE-AFA32CE97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80F6D-DE5B-43AC-89F1-023CB6B0FD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8861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FE77DB5-3AC4-4C25-AC22-2746CC097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874C8-9247-419A-B398-6F7DAD055D3C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6DB1480-8691-4DE4-8BDB-A2E321C56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C36410A-6F0E-4600-B3B0-9DBD55D9B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80F6D-DE5B-43AC-89F1-023CB6B0FD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7485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18B479-4DB5-4FC7-9310-FCA62E5F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A91E48-EDCB-4BDE-BD70-581D4B233C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F96E89B-AC29-41D8-A668-3D1E72B1CA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485D524-46D4-4BF7-AABC-AF2B5D0B0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874C8-9247-419A-B398-6F7DAD055D3C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11F29D8-F44F-4E0E-BF5D-05493C899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0C9AD39-8666-4A4F-837B-57B2EB3FB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80F6D-DE5B-43AC-89F1-023CB6B0FD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2856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FDAB1B-D3C8-467D-9F63-23E127DD2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743F011-614C-4DE6-A75B-2A077F63DD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CA4C94D-7338-4A2D-8931-7047A18865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FADD9CD-9278-40B7-BBC0-157305839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874C8-9247-419A-B398-6F7DAD055D3C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6C30BDA-C6E6-4D3F-8FF2-286F0CAF9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07E2E8C-A244-4E5D-B3C0-45ACABFC9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80F6D-DE5B-43AC-89F1-023CB6B0FD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2262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BD5963-AE13-4903-97DB-0D17F090E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C0F1541-C2A0-4611-A7B9-B3B25D0BC2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BC1DE31-08A5-43C1-9385-BAA26CC31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874C8-9247-419A-B398-6F7DAD055D3C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8A33321-F776-4DC1-AEB9-4AC6B3CEB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C7DE71F-9726-450C-8D22-A0997D3C6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80F6D-DE5B-43AC-89F1-023CB6B0FD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9027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D84AAF4-A13D-43F5-91B6-FDC2B92843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0CABC3F-AF96-4AEB-ABF4-1558F839D7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4DE0F02-FD8D-4171-BD75-B52ED701C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874C8-9247-419A-B398-6F7DAD055D3C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F551B37-D49F-43EB-B757-D88C02A84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69DFD51-A835-4115-A476-84A7D4E3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80F6D-DE5B-43AC-89F1-023CB6B0FD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1890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E82378-F8CC-4A0B-B170-756770197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E1301F4-BC33-44BF-B065-6C84D97912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9339E11-A783-4FFF-A7B2-9231157D57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6874C8-9247-419A-B398-6F7DAD055D3C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75A681D-D869-4770-AD49-7250374FAB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E05661F-D2BC-416F-AA18-51837FA473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280F6D-DE5B-43AC-89F1-023CB6B0FD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5277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8FABA3-2CEC-48E2-9BA2-4FB19AE699EC}"/>
              </a:ext>
            </a:extLst>
          </p:cNvPr>
          <p:cNvSpPr txBox="1"/>
          <p:nvPr/>
        </p:nvSpPr>
        <p:spPr>
          <a:xfrm>
            <a:off x="393700" y="135468"/>
            <a:ext cx="114045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Государственное бюджетное профессиональное образовательное учреждение Московской области </a:t>
            </a:r>
          </a:p>
          <a:p>
            <a:pPr algn="ctr"/>
            <a:r>
              <a:rPr lang="ru-RU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«Физико-технический колледж» 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ru-RU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(ГБПОУ МО «Физтех-колледж»)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70BFC1-126C-4A2F-9B04-7F1EDAEF50E3}"/>
              </a:ext>
            </a:extLst>
          </p:cNvPr>
          <p:cNvSpPr txBox="1"/>
          <p:nvPr/>
        </p:nvSpPr>
        <p:spPr>
          <a:xfrm>
            <a:off x="4070222" y="2597211"/>
            <a:ext cx="4051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Тема  проекта</a:t>
            </a:r>
            <a:r>
              <a:rPr lang="en-US" sz="2800" b="1" dirty="0"/>
              <a:t>:</a:t>
            </a:r>
            <a:r>
              <a:rPr lang="ru-RU" sz="2800" b="1" dirty="0"/>
              <a:t> </a:t>
            </a:r>
            <a:r>
              <a:rPr lang="ru-RU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«</a:t>
            </a:r>
            <a:r>
              <a:rPr lang="ru-RU" sz="2800" b="1" dirty="0"/>
              <a:t>Кликер</a:t>
            </a:r>
            <a:r>
              <a:rPr lang="ru-RU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»</a:t>
            </a:r>
            <a:endParaRPr lang="ru-RU" sz="28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20D284-439C-43F3-90AD-8FBA7DC4DAC8}"/>
              </a:ext>
            </a:extLst>
          </p:cNvPr>
          <p:cNvSpPr txBox="1"/>
          <p:nvPr/>
        </p:nvSpPr>
        <p:spPr>
          <a:xfrm>
            <a:off x="6858296" y="4812732"/>
            <a:ext cx="533370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sz="2000" dirty="0"/>
              <a:t>Работу выполнил студент 2 курса группы ИБ-41</a:t>
            </a:r>
          </a:p>
          <a:p>
            <a:pPr algn="r"/>
            <a:r>
              <a:rPr lang="ru-RU" sz="2000" dirty="0"/>
              <a:t>Кузин Анатолий Александрович</a:t>
            </a:r>
          </a:p>
          <a:p>
            <a:pPr algn="r"/>
            <a:endParaRPr lang="ru-RU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8C7DAA-0D89-42C5-9079-5CE5763463B3}"/>
              </a:ext>
            </a:extLst>
          </p:cNvPr>
          <p:cNvSpPr txBox="1"/>
          <p:nvPr/>
        </p:nvSpPr>
        <p:spPr>
          <a:xfrm>
            <a:off x="8098571" y="5494923"/>
            <a:ext cx="4093429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sz="2000" dirty="0"/>
              <a:t>Руководитель</a:t>
            </a:r>
          </a:p>
          <a:p>
            <a:pPr algn="r"/>
            <a:r>
              <a:rPr lang="ru-RU" sz="2000" dirty="0">
                <a:effectLst/>
              </a:rPr>
              <a:t>Липатникова Надежда Михайловна</a:t>
            </a:r>
          </a:p>
          <a:p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81CFB4-B41D-4C83-863A-14B674ACBC5B}"/>
              </a:ext>
            </a:extLst>
          </p:cNvPr>
          <p:cNvSpPr txBox="1"/>
          <p:nvPr/>
        </p:nvSpPr>
        <p:spPr>
          <a:xfrm>
            <a:off x="5019422" y="6353200"/>
            <a:ext cx="23674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Долгопрудный 2026</a:t>
            </a:r>
          </a:p>
        </p:txBody>
      </p:sp>
    </p:spTree>
    <p:extLst>
      <p:ext uri="{BB962C8B-B14F-4D97-AF65-F5344CB8AC3E}">
        <p14:creationId xmlns:p14="http://schemas.microsoft.com/office/powerpoint/2010/main" val="1392361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DA682DC-9C0B-4F68-B3D4-AC643CE38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 dirty="0"/>
              <a:t>Введение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05DC0CFE-DC31-4901-A2FE-A8AF259DA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</a:rPr>
              <a:t>Проект: «Разработка приложения про кликер», дисциплина «Основы алгоритмизации и программирование».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 err="1">
                <a:solidFill>
                  <a:srgbClr val="0F1115"/>
                </a:solidFill>
                <a:effectLst/>
              </a:rPr>
              <a:t>Clicker</a:t>
            </a:r>
            <a:r>
              <a:rPr lang="ru-RU" sz="2400" b="0" i="0" dirty="0">
                <a:solidFill>
                  <a:srgbClr val="0F1115"/>
                </a:solidFill>
                <a:effectLst/>
              </a:rPr>
              <a:t> — казуальная игра‑кликер на Python.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</a:rPr>
              <a:t>Цель: простой отдых, снятие стресса, демонстрация навыков создания GUI.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</a:rPr>
              <a:t>В игре: клики, улучшения, пассивный доход, сохранения, достижения, звук.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</a:rPr>
              <a:t>Код открыт и размещён на </a:t>
            </a:r>
            <a:r>
              <a:rPr lang="ru-RU" sz="2400" b="0" i="0" dirty="0" err="1">
                <a:solidFill>
                  <a:srgbClr val="0F1115"/>
                </a:solidFill>
                <a:effectLst/>
              </a:rPr>
              <a:t>GitHub</a:t>
            </a:r>
            <a:r>
              <a:rPr lang="ru-RU" sz="2400" b="0" i="0" dirty="0">
                <a:solidFill>
                  <a:srgbClr val="0F1115"/>
                </a:solidFill>
                <a:effectLst/>
              </a:rPr>
              <a:t>.</a:t>
            </a:r>
          </a:p>
        </p:txBody>
      </p:sp>
      <p:pic>
        <p:nvPicPr>
          <p:cNvPr id="4098" name="Picture 2" descr="Simple Clicker Game APK - Latest version 1.0 - Android Apps Game">
            <a:extLst>
              <a:ext uri="{FF2B5EF4-FFF2-40B4-BE49-F238E27FC236}">
                <a16:creationId xmlns:a16="http://schemas.microsoft.com/office/drawing/2014/main" id="{C146DA99-0669-46E9-A8D1-ED979A988F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534" y="4465108"/>
            <a:ext cx="4572000" cy="2228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>
            <a:extLst>
              <a:ext uri="{FF2B5EF4-FFF2-40B4-BE49-F238E27FC236}">
                <a16:creationId xmlns:a16="http://schemas.microsoft.com/office/drawing/2014/main" id="{92D3D9CE-B478-46AD-8F48-4661082C46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867" y="4122208"/>
            <a:ext cx="4572000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8213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C5C3F1-1A0F-40BF-AA6A-92C91CEF8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 dirty="0"/>
              <a:t>Актуальность и проблема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E67223A-37FD-4D98-B5F3-65684E224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b="1" dirty="0">
                <a:solidFill>
                  <a:srgbClr val="0F1115"/>
                </a:solidFill>
                <a:effectLst/>
              </a:rPr>
              <a:t>Проблема:</a:t>
            </a:r>
            <a:br>
              <a:rPr lang="ru-RU" sz="2400" b="0" dirty="0">
                <a:solidFill>
                  <a:srgbClr val="0F1115"/>
                </a:solidFill>
                <a:effectLst/>
              </a:rPr>
            </a:br>
            <a:r>
              <a:rPr lang="ru-RU" sz="2400" b="0" dirty="0">
                <a:solidFill>
                  <a:srgbClr val="0F1115"/>
                </a:solidFill>
                <a:effectLst/>
              </a:rPr>
              <a:t>В современном ритме жизни люди нуждаются в простых и быстрых способах снятия напряжения. Большинство развлекательных приложений требуют длительного обучения или высокой концентрации.</a:t>
            </a:r>
          </a:p>
          <a:p>
            <a:r>
              <a:rPr lang="ru-RU" sz="2400" b="1" dirty="0">
                <a:solidFill>
                  <a:srgbClr val="0F1115"/>
                </a:solidFill>
                <a:effectLst/>
              </a:rPr>
              <a:t>Актуальность:</a:t>
            </a:r>
            <a:br>
              <a:rPr lang="ru-RU" sz="2400" b="0" dirty="0">
                <a:solidFill>
                  <a:srgbClr val="0F1115"/>
                </a:solidFill>
                <a:effectLst/>
              </a:rPr>
            </a:br>
            <a:r>
              <a:rPr lang="ru-RU" sz="2400" b="0" dirty="0">
                <a:solidFill>
                  <a:srgbClr val="0F1115"/>
                </a:solidFill>
                <a:effectLst/>
              </a:rPr>
              <a:t>Жанр </a:t>
            </a:r>
            <a:r>
              <a:rPr lang="ru-RU" sz="2400" b="0" dirty="0" err="1">
                <a:solidFill>
                  <a:srgbClr val="0F1115"/>
                </a:solidFill>
                <a:effectLst/>
              </a:rPr>
              <a:t>idle</a:t>
            </a:r>
            <a:r>
              <a:rPr lang="ru-RU" sz="2400" b="0" dirty="0">
                <a:solidFill>
                  <a:srgbClr val="0F1115"/>
                </a:solidFill>
                <a:effectLst/>
              </a:rPr>
              <a:t>/кликер-игр доказал свою востребованность — миллионы пользователей ценят их за </a:t>
            </a:r>
            <a:r>
              <a:rPr lang="ru-RU" sz="2400" b="0" dirty="0" err="1">
                <a:solidFill>
                  <a:srgbClr val="0F1115"/>
                </a:solidFill>
                <a:effectLst/>
              </a:rPr>
              <a:t>медитативность</a:t>
            </a:r>
            <a:r>
              <a:rPr lang="ru-RU" sz="2400" b="0" dirty="0">
                <a:solidFill>
                  <a:srgbClr val="0F1115"/>
                </a:solidFill>
                <a:effectLst/>
              </a:rPr>
              <a:t>, отсутствие строгих правил и возможность играть в фоновом режиме. Однако доступных отечественных проектов с полным циклом функций (апгрейды, пассивный доход, достижения, сохранение) недостаточно.</a:t>
            </a:r>
          </a:p>
        </p:txBody>
      </p:sp>
      <p:pic>
        <p:nvPicPr>
          <p:cNvPr id="1042" name="Picture 18" descr="Picture background">
            <a:extLst>
              <a:ext uri="{FF2B5EF4-FFF2-40B4-BE49-F238E27FC236}">
                <a16:creationId xmlns:a16="http://schemas.microsoft.com/office/drawing/2014/main" id="{7A172497-E3A8-41A9-842A-18AE25B29F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2334" y="365125"/>
            <a:ext cx="1671372" cy="1671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0753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E86A59-05E3-484E-ADB3-5685E5BCD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 dirty="0"/>
              <a:t>Целевая аудитория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DF27BF-E199-4DE1-AD50-D793100216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</a:rPr>
              <a:t>Любители казуальных игр.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</a:rPr>
              <a:t>Студенты и офисные работники.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</a:rPr>
              <a:t>Все, кто ищет расслабляющий игровой процесс без сложного обучения.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AC863C8-DA05-4827-B524-588FB5E1E7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3429000"/>
            <a:ext cx="4572000" cy="244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263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E49519-434B-43B8-A235-FEEC5A6C0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 dirty="0"/>
              <a:t>Постановка задачи и идея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48E762-695B-44E2-A634-19BD3C164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61667" cy="4351338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</a:rPr>
              <a:t>Цель: разработать кликер с графическим интерфейсом на Python.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</a:rPr>
              <a:t>Задачи: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</a:rPr>
              <a:t>Заработок валюты кликами по кнопке.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</a:rPr>
              <a:t>Система улучшений (множитель клика, пассивный доход).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</a:rPr>
              <a:t>Сохранение и загрузка прогресса.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</a:rPr>
              <a:t>Визуальная и звуковая обратная связь.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</a:rPr>
              <a:t>Идея: использовать популярную </a:t>
            </a:r>
            <a:r>
              <a:rPr lang="ru-RU" sz="2400" b="0" i="0" dirty="0" err="1">
                <a:solidFill>
                  <a:srgbClr val="0F1115"/>
                </a:solidFill>
                <a:effectLst/>
              </a:rPr>
              <a:t>idle</a:t>
            </a:r>
            <a:r>
              <a:rPr lang="ru-RU" sz="2400" b="0" i="0" dirty="0">
                <a:solidFill>
                  <a:srgbClr val="0F1115"/>
                </a:solidFill>
                <a:effectLst/>
              </a:rPr>
              <a:t>-механику и продемонстрировать ООП, события, работу с файлами.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FA86604-9A0D-4F33-BB9E-00A332C55B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9867" y="2317750"/>
            <a:ext cx="4134881" cy="2222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2922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EA6DC8-C6D9-4521-94D7-86F59DA79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56104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/>
              <a:t>Use Case </a:t>
            </a:r>
            <a:r>
              <a:rPr lang="ru-RU" sz="3200" b="1" dirty="0"/>
              <a:t>диаграмма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655350B5-826F-4AB1-90DB-454E1089EA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2182" y="1159934"/>
            <a:ext cx="9427633" cy="5384800"/>
          </a:xfrm>
        </p:spPr>
      </p:pic>
    </p:spTree>
    <p:extLst>
      <p:ext uri="{BB962C8B-B14F-4D97-AF65-F5344CB8AC3E}">
        <p14:creationId xmlns:p14="http://schemas.microsoft.com/office/powerpoint/2010/main" val="2759148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1ABEB8-184E-4CB8-8397-5A00BE478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933" y="1058"/>
            <a:ext cx="10515600" cy="1325563"/>
          </a:xfrm>
        </p:spPr>
        <p:txBody>
          <a:bodyPr>
            <a:normAutofit/>
          </a:bodyPr>
          <a:lstStyle/>
          <a:p>
            <a:r>
              <a:rPr lang="ru-RU" sz="3200" b="1" dirty="0"/>
              <a:t>Блок-схема алгоритма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2C4C2905-7E46-43A1-A880-85A9B9518F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0233" y="1049866"/>
            <a:ext cx="6794500" cy="5476875"/>
          </a:xfrm>
        </p:spPr>
      </p:pic>
    </p:spTree>
    <p:extLst>
      <p:ext uri="{BB962C8B-B14F-4D97-AF65-F5344CB8AC3E}">
        <p14:creationId xmlns:p14="http://schemas.microsoft.com/office/powerpoint/2010/main" val="3432558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CC7251-FED7-4C74-8425-F9C3E2CB3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234" y="51673"/>
            <a:ext cx="10968366" cy="1325563"/>
          </a:xfrm>
        </p:spPr>
        <p:txBody>
          <a:bodyPr>
            <a:normAutofit/>
          </a:bodyPr>
          <a:lstStyle/>
          <a:p>
            <a:pPr algn="just"/>
            <a:r>
              <a:rPr lang="ru-RU" sz="3200" b="1" dirty="0"/>
              <a:t>Внешний вид программы и описание интерфейса пользователя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73B3417-271E-4082-9F73-789DDBE26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34" y="1491552"/>
            <a:ext cx="4051100" cy="500132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84C317A-812F-4398-ACBE-888B8D245D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6103" y="1491552"/>
            <a:ext cx="2819794" cy="215295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12DFDDE-3AAC-49DE-9B5E-028E29FABA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5156" y="3873134"/>
            <a:ext cx="2800741" cy="2619741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9111539-AC26-4BC9-9871-496CC7C8B9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5795" y="1877368"/>
            <a:ext cx="3258005" cy="353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296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655A81-2908-4CE0-BEBB-8BF08657A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 dirty="0"/>
              <a:t>Пример работы и логирование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2D2F131-6712-4C11-A2E0-94839A3BD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04" y="1913467"/>
            <a:ext cx="3784930" cy="457940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EA1205A-15AA-46AD-B5C4-E43B85D541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9437" y="1913467"/>
            <a:ext cx="3784930" cy="457940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9F1C096-1DBA-4626-9B14-3F83979E23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8037" y="1913467"/>
            <a:ext cx="3784930" cy="4579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106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11F5DC-80D1-4402-B284-4CC6EED24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 dirty="0">
                <a:latin typeface="+mn-lt"/>
              </a:rPr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ECF819-F68F-46A6-B208-6404C2954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Разработана игра </a:t>
            </a:r>
            <a:r>
              <a:rPr lang="ru-RU" sz="2400" b="0" i="0" dirty="0" err="1">
                <a:solidFill>
                  <a:srgbClr val="0F1115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Clicker</a:t>
            </a:r>
            <a:r>
              <a:rPr lang="ru-RU" sz="2400" b="0" i="0" dirty="0">
                <a:solidFill>
                  <a:srgbClr val="0F1115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на Python с графическим интерфейсом.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Реализованы: накопление очков, множитель клика, </a:t>
            </a:r>
            <a:r>
              <a:rPr lang="ru-RU" sz="2400" b="0" i="0" dirty="0" err="1">
                <a:solidFill>
                  <a:srgbClr val="0F1115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автокликер</a:t>
            </a:r>
            <a:r>
              <a:rPr lang="ru-RU" sz="2400" b="0" i="0" dirty="0">
                <a:solidFill>
                  <a:srgbClr val="0F1115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, достижения.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Обеспечено сохранение/загрузка прогресса в JSON.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Добавлено звуковое сопровождение с регулировкой громкости.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Ведётся логирование всех действий с метками времени.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Приложение протестировано, работает стабильно.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Исходный код открыт и доступен на </a:t>
            </a:r>
            <a:r>
              <a:rPr lang="ru-RU" sz="2400" b="0" i="0" dirty="0" err="1">
                <a:solidFill>
                  <a:srgbClr val="0F1115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GitHub</a:t>
            </a:r>
            <a:r>
              <a:rPr lang="ru-RU" sz="2400" b="0" i="0" dirty="0">
                <a:solidFill>
                  <a:srgbClr val="0F1115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57170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иний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</TotalTime>
  <Words>333</Words>
  <Application>Microsoft Office PowerPoint</Application>
  <PresentationFormat>Широкоэкранный</PresentationFormat>
  <Paragraphs>42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Тема Office</vt:lpstr>
      <vt:lpstr>Презентация PowerPoint</vt:lpstr>
      <vt:lpstr>Введение</vt:lpstr>
      <vt:lpstr>Актуальность и проблема</vt:lpstr>
      <vt:lpstr>Целевая аудитория</vt:lpstr>
      <vt:lpstr>Постановка задачи и идея проекта</vt:lpstr>
      <vt:lpstr>Use Case диаграмма</vt:lpstr>
      <vt:lpstr>Блок-схема алгоритма</vt:lpstr>
      <vt:lpstr>Внешний вид программы и описание интерфейса пользователя</vt:lpstr>
      <vt:lpstr>Пример работы и логирование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ИВан</dc:creator>
  <cp:lastModifiedBy>ИВан</cp:lastModifiedBy>
  <cp:revision>8</cp:revision>
  <dcterms:created xsi:type="dcterms:W3CDTF">2026-04-15T22:17:58Z</dcterms:created>
  <dcterms:modified xsi:type="dcterms:W3CDTF">2026-04-24T01:09:26Z</dcterms:modified>
</cp:coreProperties>
</file>